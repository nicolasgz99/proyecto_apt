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9DDA34-705B-45F6-A0BF-B5C07F8E5342}">
  <a:tblStyle styleId="{029DDA34-705B-45F6-A0BF-B5C07F8E534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“e-Chiledigital”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4"/>
          <p:cNvGrpSpPr/>
          <p:nvPr/>
        </p:nvGrpSpPr>
        <p:grpSpPr>
          <a:xfrm>
            <a:off x="4175576" y="2231257"/>
            <a:ext cx="7633494" cy="2855050"/>
            <a:chOff x="0" y="0"/>
            <a:chExt cx="7633494" cy="2855050"/>
          </a:xfrm>
        </p:grpSpPr>
        <p:sp>
          <p:nvSpPr>
            <p:cNvPr id="92" name="Google Shape;92;p14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Dayson Retamales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Manager, Programador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Nicolas Garces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Programador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Diseño, 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</a:t>
            </a:r>
            <a:r>
              <a:rPr lang="es-CL">
                <a:solidFill>
                  <a:schemeClr val="dk1"/>
                </a:solidFill>
              </a:rPr>
              <a:t>”</a:t>
            </a:r>
            <a:endParaRPr sz="18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“e-ChileDigital”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1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5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pequeñas y medianas empresas no cuentan con suficiente visibilidad digital, presencia georreferenciada ni herramientas de marketing automatizado. Esto dificulta que clientes potenciales encuentren sus productos y servicios, y limita su crecimiento comercial.</a:t>
            </a: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georreferenciada que permita registrar, visualizar y buscar PYMES por rubro, ubicación y servicios, integrando inteligencia artificial para generación de contenido digital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1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16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e implementar una plataforma web inteligente para la geolocalización, promoción y fortalecimiento digital de PYMES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herramientas de IA para apoyar marketing digital y generación de contenido.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la conexión entre empresas, clientes y potenciales socios.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/>
          </a:p>
        </p:txBody>
      </p:sp>
      <p:cxnSp>
        <p:nvCxnSpPr>
          <p:cNvPr id="130" name="Google Shape;130;p1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7"/>
          <p:cNvSpPr txBox="1"/>
          <p:nvPr/>
        </p:nvSpPr>
        <p:spPr>
          <a:xfrm>
            <a:off x="1254000" y="2241225"/>
            <a:ext cx="9085200" cy="40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 empresas con datos como nombre, rubro, contacto, redes sociales, ubicación y métodos de pago.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filtrada por categoría y territorio.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en mapa.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de contenido apoyado con IA.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Vinculación con redes sociales.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sistema dependerá de la calidad de los datos ingresados.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generación avanzada de contenido con IA puede requerir APIs externas.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cobertura inicial puede estar limitada a una comuna o zona piloto.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L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funciones de realidad virtual podrían quedar como prototipo conceptual.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48" name="Google Shape;148;p19"/>
          <p:cNvGraphicFramePr/>
          <p:nvPr/>
        </p:nvGraphicFramePr>
        <p:xfrm>
          <a:off x="1248696" y="25957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{029DDA34-705B-45F6-A0BF-B5C07F8E5342}</a:tableStyleId>
              </a:tblPr>
              <a:tblGrid>
                <a:gridCol w="1245550"/>
                <a:gridCol w="494150"/>
                <a:gridCol w="482175"/>
                <a:gridCol w="484950"/>
                <a:gridCol w="484950"/>
                <a:gridCol w="482175"/>
                <a:gridCol w="482175"/>
                <a:gridCol w="482175"/>
                <a:gridCol w="482175"/>
                <a:gridCol w="482175"/>
                <a:gridCol w="482175"/>
                <a:gridCol w="482175"/>
                <a:gridCol w="484025"/>
                <a:gridCol w="484025"/>
                <a:gridCol w="484025"/>
                <a:gridCol w="484025"/>
                <a:gridCol w="484025"/>
                <a:gridCol w="140125"/>
                <a:gridCol w="484025"/>
                <a:gridCol w="484025"/>
                <a:gridCol w="140125"/>
              </a:tblGrid>
              <a:tr h="524475">
                <a:tc row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4D5"/>
                    </a:solidFill>
                  </a:tcPr>
                </a:tc>
                <a:tc hMerge="1"/>
                <a:tc hMerge="1"/>
                <a:tc hMerge="1"/>
              </a:tr>
              <a:tr h="5405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83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CL" sz="800" u="none" cap="none" strike="noStrike">
                          <a:solidFill>
                            <a:srgbClr val="548DD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actividades del punto anterior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05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44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3" name="Google Shape;15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55" name="Google Shape;155;p20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cxnSp>
        <p:nvCxnSpPr>
          <p:cNvPr id="156" name="Google Shape;156;p2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4" name="Google Shape;164;p2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“e-ChileDigital”</a:t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172" name="Google Shape;172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7" name="Google Shape;1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3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4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