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126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FitMeal</a:t>
            </a: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4" name="Google Shape;94;p14"/>
          <p:cNvGrpSpPr/>
          <p:nvPr/>
        </p:nvGrpSpPr>
        <p:grpSpPr>
          <a:xfrm>
            <a:off x="4205626" y="2978996"/>
            <a:ext cx="7633553" cy="1359600"/>
            <a:chOff x="0" y="1495502"/>
            <a:chExt cx="7633553" cy="13596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Nicolas Garces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55600" lvl="0" marL="4572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●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Master, Desarrollador, QA y Diseñador UX/UI.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8" name="Google Shape;98;p14" title="Nicolas-Garces-Profile-250px-gmail-wrik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4250" y="3207700"/>
            <a:ext cx="902175" cy="902175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5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personas suelen tener ingredientes en casa, pero: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saben qué cocinar.</a:t>
            </a:r>
            <a:b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Terminan preparando siempre lo mismo.</a:t>
            </a:r>
            <a:b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desperdician comida que ya tienen en la despensa.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912079" y="217732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FitMeal es una aplicación web que permite:</a:t>
            </a:r>
            <a:b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ingredientes de la despensa.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Guardar y gestionar esta información.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recetas realistas mediante IA (OpenAI GPT).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sugerencias de forma clara, atractiva y útil.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FitMeal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96727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16"/>
          <p:cNvSpPr txBox="1"/>
          <p:nvPr/>
        </p:nvSpPr>
        <p:spPr>
          <a:xfrm>
            <a:off x="1" y="34235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14515" y="1623546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capaz de generar recetas basadas en los ingredientes reales que el usuario tiene en su despensa, utilizando inteligencia artificial.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14525" y="4112925"/>
            <a:ext cx="10962900" cy="177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registrar, almacenar y cargar la despensa del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recetas realistas a partir de los ingredientes disponibles.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la API de OpenAI para generar instrucciones y listas de ingredientes.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las recetas en una interfaz clara y fácil de usar.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Guardar las recetas generadas en un historial y permitir marcarlas como favoritas.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FitMeal</a:t>
            </a: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7"/>
          <p:cNvSpPr/>
          <p:nvPr/>
        </p:nvSpPr>
        <p:spPr>
          <a:xfrm>
            <a:off x="918850" y="2282550"/>
            <a:ext cx="4143600" cy="376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Alcance: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y normalización de ingredientes.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automática de recetas usando IA.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web responsive desarrollada en HTML/CSS/JS.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PHP con almacenamiento MySQL.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Historial y favoritos para recetas generadas.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arga de boletas con OCR (visión IA).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397350" y="2282550"/>
            <a:ext cx="4143600" cy="376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conexión a internet para la generación con IA.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OCR depende de la calidad de la boleta.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ajusta al tiempo de un semestre, priorizando funciones esenciales.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Funcionamiento en entorno local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s-MX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que el usuario ingrese correctamente sus ingredientes.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18"/>
          <p:cNvSpPr txBox="1"/>
          <p:nvPr/>
        </p:nvSpPr>
        <p:spPr>
          <a:xfrm>
            <a:off x="1660825" y="2737250"/>
            <a:ext cx="8798400" cy="2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Enfoque: Ágil, priorizando flexibilidad y entregas iterativas.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Metodología: Scrum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cada dos semanas(septiembre – diciembre 2025).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Backlog basado en Historias de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Reuniones de revisión, seguimiento y retrospectiva.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tablero Jira para la gestión del proyecto.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con GitHub.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1" y="1140344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del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19"/>
          <p:cNvSpPr/>
          <p:nvPr/>
        </p:nvSpPr>
        <p:spPr>
          <a:xfrm>
            <a:off x="996750" y="2160850"/>
            <a:ext cx="2178300" cy="3872700"/>
          </a:xfrm>
          <a:prstGeom prst="foldedCorner">
            <a:avLst>
              <a:gd fmla="val 1279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Sprint 1:</a:t>
            </a:r>
            <a:br>
              <a:rPr lang="es-MX">
                <a:latin typeface="Calibri"/>
                <a:ea typeface="Calibri"/>
                <a:cs typeface="Calibri"/>
                <a:sym typeface="Calibri"/>
              </a:rPr>
            </a:br>
            <a:r>
              <a:rPr lang="es-MX">
                <a:latin typeface="Calibri"/>
                <a:ea typeface="Calibri"/>
                <a:cs typeface="Calibri"/>
                <a:sym typeface="Calibri"/>
              </a:rPr>
              <a:t>Setup &amp; Diseño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Definición de estructura del proyecto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Maquetación base (UI principal)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Configuración backend PHP + BD MySQL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Páginas iniciales: Inicio / Despensa / Recetas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3525625" y="2160850"/>
            <a:ext cx="2178300" cy="3872700"/>
          </a:xfrm>
          <a:prstGeom prst="foldedCorner">
            <a:avLst>
              <a:gd fmla="val 1279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Sprint 2:</a:t>
            </a:r>
            <a:br>
              <a:rPr lang="es-MX">
                <a:latin typeface="Calibri"/>
                <a:ea typeface="Calibri"/>
                <a:cs typeface="Calibri"/>
                <a:sym typeface="Calibri"/>
              </a:rPr>
            </a:br>
            <a:r>
              <a:rPr lang="es-MX">
                <a:latin typeface="Calibri"/>
                <a:ea typeface="Calibri"/>
                <a:cs typeface="Calibri"/>
                <a:sym typeface="Calibri"/>
              </a:rPr>
              <a:t>Módulo Despensa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CRUD de ingredientes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Normalización de unidades (g, ml, und)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Guardado y carga desde BD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Interfaz final de “Despensa Disponible”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061800" y="2160850"/>
            <a:ext cx="2178300" cy="3872700"/>
          </a:xfrm>
          <a:prstGeom prst="foldedCorner">
            <a:avLst>
              <a:gd fmla="val 1279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Sprint 3:</a:t>
            </a:r>
            <a:br>
              <a:rPr lang="es-MX">
                <a:latin typeface="Calibri"/>
                <a:ea typeface="Calibri"/>
                <a:cs typeface="Calibri"/>
                <a:sym typeface="Calibri"/>
              </a:rPr>
            </a:br>
            <a:r>
              <a:rPr lang="es-MX">
                <a:latin typeface="Calibri"/>
                <a:ea typeface="Calibri"/>
                <a:cs typeface="Calibri"/>
                <a:sym typeface="Calibri"/>
              </a:rPr>
              <a:t>IA Recetas + Historial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CRUD de ingredientes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Normalización de unidades (g, ml, und)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Guardado y carga desde BD</a:t>
            </a:r>
            <a:br>
              <a:rPr lang="es-MX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Interfaz final de “Despensa Disponible”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8597975" y="2160850"/>
            <a:ext cx="2178300" cy="3872700"/>
          </a:xfrm>
          <a:prstGeom prst="foldedCorner">
            <a:avLst>
              <a:gd fmla="val 1279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Sprint 4:</a:t>
            </a:r>
            <a:br>
              <a:rPr lang="es-MX">
                <a:latin typeface="Calibri"/>
                <a:ea typeface="Calibri"/>
                <a:cs typeface="Calibri"/>
                <a:sym typeface="Calibri"/>
              </a:rPr>
            </a:br>
            <a:r>
              <a:rPr lang="es-MX">
                <a:latin typeface="Calibri"/>
                <a:ea typeface="Calibri"/>
                <a:cs typeface="Calibri"/>
                <a:sym typeface="Calibri"/>
              </a:rPr>
              <a:t>OCR + Integración Final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OCR desde boleta (imagen/PDF → ingredientes)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s-MX">
                <a:latin typeface="Calibri"/>
                <a:ea typeface="Calibri"/>
                <a:cs typeface="Calibri"/>
                <a:sym typeface="Calibri"/>
              </a:rPr>
              <a:t>Agregar productos detectados a despensa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95" y="1140354"/>
            <a:ext cx="1743150" cy="8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0" y="886755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60" name="Google Shape;160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1" name="Google Shape;161;p20" title="A3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350" y="1551955"/>
            <a:ext cx="8955235" cy="465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8700" y="5235400"/>
            <a:ext cx="510725" cy="1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9497" y="2169503"/>
            <a:ext cx="607975" cy="26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3600" y="2169500"/>
            <a:ext cx="378675" cy="2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87149" y="3692612"/>
            <a:ext cx="493069" cy="3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257950" y="992900"/>
            <a:ext cx="2566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3" name="Google Shape;173;p2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4" name="Google Shape;174;p21" title="Untitled diagram-2025-11-14-2201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748" y="1074049"/>
            <a:ext cx="10819850" cy="57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“FitMeal”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2" name="Google Shape;182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22"/>
          <p:cNvSpPr txBox="1"/>
          <p:nvPr/>
        </p:nvSpPr>
        <p:spPr>
          <a:xfrm>
            <a:off x="1207250" y="2753600"/>
            <a:ext cx="5843400" cy="28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Frontend:</a:t>
            </a:r>
            <a:r>
              <a:rPr lang="es-MX" sz="1500">
                <a:solidFill>
                  <a:schemeClr val="dk1"/>
                </a:solidFill>
              </a:rPr>
              <a:t> HTML, CSS, JavaScript (Fetch API)</a:t>
            </a:r>
            <a:br>
              <a:rPr lang="es-MX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Backend:</a:t>
            </a:r>
            <a:r>
              <a:rPr lang="es-MX" sz="1500">
                <a:solidFill>
                  <a:schemeClr val="dk1"/>
                </a:solidFill>
              </a:rPr>
              <a:t> PHP,  cURL, API OpenAI</a:t>
            </a:r>
            <a:br>
              <a:rPr lang="es-MX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MX" sz="1500">
                <a:solidFill>
                  <a:schemeClr val="dk1"/>
                </a:solidFill>
              </a:rPr>
              <a:t>BD:</a:t>
            </a:r>
            <a:r>
              <a:rPr lang="es-MX" sz="1500">
                <a:solidFill>
                  <a:schemeClr val="dk1"/>
                </a:solidFill>
              </a:rPr>
              <a:t> MySQL (XAMPP local)</a:t>
            </a:r>
            <a:br>
              <a:rPr lang="es-MX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MX" sz="1500">
                <a:solidFill>
                  <a:schemeClr val="dk1"/>
                </a:solidFill>
              </a:rPr>
              <a:t>Gestión:</a:t>
            </a:r>
            <a:r>
              <a:rPr lang="es-MX" sz="1500">
                <a:solidFill>
                  <a:schemeClr val="dk1"/>
                </a:solidFill>
              </a:rPr>
              <a:t> Jira · GitHub</a:t>
            </a:r>
            <a:br>
              <a:rPr lang="es-MX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9195" y="5452429"/>
            <a:ext cx="1743150" cy="8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8781" y="5148205"/>
            <a:ext cx="1090850" cy="10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80446" y="4065454"/>
            <a:ext cx="2139875" cy="9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0650" y="4109817"/>
            <a:ext cx="1571774" cy="8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62501" y="2267961"/>
            <a:ext cx="2899850" cy="1608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68650" y="5732270"/>
            <a:ext cx="2091250" cy="5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6" name="Google Shape;2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