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0E349B-2AC2-4870-9D27-83B55972784E}">
  <a:tblStyle styleId="{D10E349B-2AC2-4870-9D27-83B5597278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3191250" y="2859455"/>
            <a:ext cx="88359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“e-Chiledigital”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135" name="Google Shape;1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4"/>
          <p:cNvGrpSpPr/>
          <p:nvPr/>
        </p:nvGrpSpPr>
        <p:grpSpPr>
          <a:xfrm>
            <a:off x="4175576" y="2231257"/>
            <a:ext cx="7633494" cy="2855050"/>
            <a:chOff x="0" y="0"/>
            <a:chExt cx="7633494" cy="2855050"/>
          </a:xfrm>
        </p:grpSpPr>
        <p:sp>
          <p:nvSpPr>
            <p:cNvPr id="142" name="Google Shape;142;p1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solidFill>
              <a:srgbClr val="0145AC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solidFill>
              <a:srgbClr val="0145A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Dayson Retamales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Manager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Manager, Programador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82C7A5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solidFill>
              <a:srgbClr val="0145AC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solidFill>
              <a:srgbClr val="0145A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Nicolas Garces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Diseño, Administrador Sistema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82C7A5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238315" y="3885691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“e-ChileDigital”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15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28270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pequeñas y medianas empresas no cuentan con suficiente visibilidad digital, presencia georreferenciada ni herramientas de marketing automatizado. Esto dificulta que clientes potenciales encuentren sus productos y servicios, y limita su crecimiento comercial.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28633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georreferenciada que permita registrar, visualizar y buscar PYMES por rubro, ubicación y servicios, integrando inteligencia artificial para generación de contenido digital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0" y="13843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16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plataforma web inteligente para la geolocalización, promoción y fortalecimiento digital de PYMES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herramientas de IA para apoyar marketing digital y generación de contenido.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la conexión entre empresas, clientes y potenciales socios.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2226450" y="1176375"/>
            <a:ext cx="899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80" name="Google Shape;180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p17"/>
          <p:cNvSpPr txBox="1"/>
          <p:nvPr/>
        </p:nvSpPr>
        <p:spPr>
          <a:xfrm>
            <a:off x="4002100" y="2241225"/>
            <a:ext cx="63372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Registro de empresas con datos como nombre, rubro, contacto, redes sociales, ubicación y métodos de pago.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Búsqueda filtrada por categoría y territorio.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Visualización en mapa.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Módulo de contenido apoyado con IA.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Vinculación con redes sociales.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sistema dependerá de la calidad de los datos ingresados.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generación avanzada de contenido con IA puede requerir APIs externas.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cobertura inicial puede estar limitada a una comuna o zona piloto.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Algunas funciones de realidad virtual podrían quedar como prototipo conceptual.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0" name="Google Shape;1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1350" y="2078986"/>
            <a:ext cx="6711322" cy="447421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041750" y="3954350"/>
            <a:ext cx="35481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-"/>
            </a:pPr>
            <a:r>
              <a:rPr lang="es-CL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Cuatro sprints de 3 semanas.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Char char="-"/>
            </a:pPr>
            <a:r>
              <a:rPr lang="es-CL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Reuniones de 1 hora los </a:t>
            </a:r>
            <a:r>
              <a:rPr lang="es-CL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días</a:t>
            </a:r>
            <a:r>
              <a:rPr lang="es-CL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Martes y Jueves.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" y="11556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00" name="Google Shape;200;p19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{D10E349B-2AC2-4870-9D27-83B55972784E}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8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800" u="none" cap="none" strike="noStrik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actividades del punto anterior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16" name="Google Shape;216;p2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4" name="Google Shape;224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5" name="Google Shape;2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1175" y="2020312"/>
            <a:ext cx="2937100" cy="1958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037" y="3129907"/>
            <a:ext cx="2781525" cy="14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200" y="2222074"/>
            <a:ext cx="2634957" cy="9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4675" y="4805650"/>
            <a:ext cx="1462035" cy="146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34674" y="3272830"/>
            <a:ext cx="1857500" cy="9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3388" y="4392462"/>
            <a:ext cx="2872821" cy="197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01172" y="2079150"/>
            <a:ext cx="1194800" cy="4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73721" y="4392452"/>
            <a:ext cx="1619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73286" y="3272821"/>
            <a:ext cx="465773" cy="13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1" y="141784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